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D7AC3CCA-C797-4891-BE02-D94E43425B78}" styleName="Средний стиль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4660"/>
  </p:normalViewPr>
  <p:slideViewPr>
    <p:cSldViewPr snapToGrid="0">
      <p:cViewPr varScale="1">
        <p:scale>
          <a:sx n="123" d="100"/>
          <a:sy n="123" d="100"/>
        </p:scale>
        <p:origin x="456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1A5B2C-CAC0-32E0-A90F-1AABA29DDB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ACCE4A8-BCE2-368A-E8B0-D3CFF05608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CA58821-9897-1CC0-EBCF-5F41120209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449AB-2B6B-4990-A07E-B408F1C3E3E8}" type="datetimeFigureOut">
              <a:rPr lang="ru-RU" smtClean="0"/>
              <a:t>17.02.2025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B929CA6-554D-B904-610B-6D9D5BCD4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FAD61EB-135E-0BCF-9F52-6C5D2BED4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937D7-CF30-42D0-B61D-BEAD82F8A2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583528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8C402D-B3C7-81C8-B45A-BFBD36B0D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EBE03E8-6001-54F1-7A2F-5249155AD0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9FC19ED-FF77-56D8-B884-F63867C5FB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449AB-2B6B-4990-A07E-B408F1C3E3E8}" type="datetimeFigureOut">
              <a:rPr lang="ru-RU" smtClean="0"/>
              <a:t>17.02.2025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DEAD21C-2855-8DE4-9F41-3917AC366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1241811-4DDE-38A0-E38B-C32FB483D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937D7-CF30-42D0-B61D-BEAD82F8A2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953353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7C19B2-6F90-C40A-B673-CFAB527FB2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7C6BD13-D516-24A0-2322-2A572199BD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C7792B9-F455-F7B5-B865-2E2001044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449AB-2B6B-4990-A07E-B408F1C3E3E8}" type="datetimeFigureOut">
              <a:rPr lang="ru-RU" smtClean="0"/>
              <a:t>17.02.2025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77E592E-AB5A-C335-AEB7-E538BF5BF9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9433A6A-3B49-5733-68D7-F652DF3B4E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937D7-CF30-42D0-B61D-BEAD82F8A2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6194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61CE19-855C-DDDE-8E9F-8002028F03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2F42877-1549-8CCF-AB43-12705FF6D9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0704D1B-BBFA-695F-2B43-CE2E650BB6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1CA8003-6D78-B3E4-220E-51DCA6605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449AB-2B6B-4990-A07E-B408F1C3E3E8}" type="datetimeFigureOut">
              <a:rPr lang="ru-RU" smtClean="0"/>
              <a:t>17.02.2025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B164DC5-451F-E14B-E073-B428A36F7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BFF8520-259D-57C7-AF47-A79C239C9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937D7-CF30-42D0-B61D-BEAD82F8A2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08199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38FFF3-4B09-46D1-7063-C75C940554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F17DB1F-0940-CCDD-D65E-AAB9761E70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4F2ECF5-AAC8-E86F-F1A4-BC103F29B5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B686FF24-9B80-DC94-4495-743B4E9C9F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46686F19-2A64-29CD-459B-B531BD5DC3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6B0BAD17-6C0A-F390-9ADB-7C22CFB46F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449AB-2B6B-4990-A07E-B408F1C3E3E8}" type="datetimeFigureOut">
              <a:rPr lang="ru-RU" smtClean="0"/>
              <a:t>17.02.2025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8479F904-BA08-0058-860B-26DD174F2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074155A5-C570-D295-E7F0-F922304EB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937D7-CF30-42D0-B61D-BEAD82F8A2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7801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62CBB7-3D24-B951-596B-5BD928E3E3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8FB568ED-01E0-9008-640C-9EC5F75531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449AB-2B6B-4990-A07E-B408F1C3E3E8}" type="datetimeFigureOut">
              <a:rPr lang="ru-RU" smtClean="0"/>
              <a:t>17.02.2025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CBC565F0-1065-8525-DEEF-367B5FF04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E054278-6AAC-E46C-C9CF-FA488C79A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937D7-CF30-42D0-B61D-BEAD82F8A2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854107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03441EAD-A028-B234-D1DA-70808D7768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449AB-2B6B-4990-A07E-B408F1C3E3E8}" type="datetimeFigureOut">
              <a:rPr lang="ru-RU" smtClean="0"/>
              <a:t>17.02.2025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AD6D3815-AA4F-2A5A-4FD7-DD9C3E5E5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0F501AC-311E-3F8B-DF3A-F1920DC0A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937D7-CF30-42D0-B61D-BEAD82F8A2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68829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E199E4-31E3-DB7E-E56C-44C1C2233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A5959FE-713B-BAD5-6CFF-7B7B05FA2A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A66C49A-8F8E-A35C-B52D-822D47FDAB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A3A7410-D9AE-E064-DBC1-86A7B56E89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449AB-2B6B-4990-A07E-B408F1C3E3E8}" type="datetimeFigureOut">
              <a:rPr lang="ru-RU" smtClean="0"/>
              <a:t>17.02.2025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2C047B6-2812-DD14-426A-86B663E836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6A66E19-2906-D16F-DA73-DEDAB82DC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937D7-CF30-42D0-B61D-BEAD82F8A2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42996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CFB44B-97DF-6226-8CE0-296EF3AB3F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6DBBC0FF-F7B7-4A91-74D7-6E871A35D0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582A605-70AD-495B-22A7-C35F47CB10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3F2CFF4-82BE-5395-C7FF-1536100E1A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449AB-2B6B-4990-A07E-B408F1C3E3E8}" type="datetimeFigureOut">
              <a:rPr lang="ru-RU" smtClean="0"/>
              <a:t>17.02.2025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C228738-E4B2-711A-D860-9518BEE432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0AE55C5-FD0E-AFEC-6D0B-51A125FB2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937D7-CF30-42D0-B61D-BEAD82F8A2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480723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C80AC7-67F5-D034-B872-D0A802C15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1310960-5AA3-2C23-43E8-0DCAA98E12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FFA08FA-933C-88F8-2F8B-9CCA7A5480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449AB-2B6B-4990-A07E-B408F1C3E3E8}" type="datetimeFigureOut">
              <a:rPr lang="ru-RU" smtClean="0"/>
              <a:t>17.02.2025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99B34E1-EC35-85BB-64FD-B86DC3032A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AB737AF-0718-2A81-2206-404DD04BA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937D7-CF30-42D0-B61D-BEAD82F8A2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925549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D7D4F2B9-CAE4-734D-B625-84778EB4468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E4FDF5F-BDA6-11BB-6F8B-E9455EB593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888327A-9AD4-F624-58FA-81EE6C339E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449AB-2B6B-4990-A07E-B408F1C3E3E8}" type="datetimeFigureOut">
              <a:rPr lang="ru-RU" smtClean="0"/>
              <a:t>17.02.2025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CCEC6FA-FEC8-357D-0DE9-B1EF323486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A18889B-E0A0-5A88-1E1C-170F8FB23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937D7-CF30-42D0-B61D-BEAD82F8A2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93311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5067B48-1AD9-A05A-A9FB-7CB85F44B7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51C4920-DDC0-E062-DE12-0A3C0142AC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B2A9DE6-0D32-259D-F894-74B6C1EBA3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C449AB-2B6B-4990-A07E-B408F1C3E3E8}" type="datetimeFigureOut">
              <a:rPr lang="ru-RU" smtClean="0"/>
              <a:t>17.02.2025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5E77BCE-C41D-91A5-F129-531968EB59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FCD26E5-A55B-5519-8A57-35E2A7B151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3937D7-CF30-42D0-B61D-BEAD82F8A2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313926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0331DC-9C4C-EB90-F2C5-95C75BAFDE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97481"/>
            <a:ext cx="9144000" cy="644233"/>
          </a:xfrm>
        </p:spPr>
        <p:txBody>
          <a:bodyPr/>
          <a:lstStyle/>
          <a:p>
            <a:r>
              <a:rPr lang="ru-RU" sz="3600" b="1" dirty="0">
                <a:solidFill>
                  <a:srgbClr val="4472C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Облачные Сервисы.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A373A3A-69EA-B3E6-3505-7EF13D3392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121159"/>
            <a:ext cx="9144000" cy="3788228"/>
          </a:xfrm>
        </p:spPr>
        <p:txBody>
          <a:bodyPr>
            <a:normAutofit/>
          </a:bodyPr>
          <a:lstStyle/>
          <a:p>
            <a:r>
              <a:rPr lang="ru-RU" sz="2000" b="1" dirty="0">
                <a:solidFill>
                  <a:schemeClr val="accent5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Что такое облачный сервис?</a:t>
            </a:r>
          </a:p>
          <a:p>
            <a:r>
              <a:rPr lang="ru-RU" sz="2000" b="1" dirty="0">
                <a:solidFill>
                  <a:schemeClr val="accent5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Как работает облачный сервис? </a:t>
            </a:r>
            <a:endParaRPr lang="en-US" sz="2000" b="1" dirty="0">
              <a:solidFill>
                <a:schemeClr val="accent5">
                  <a:lumMod val="75000"/>
                </a:schemeClr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r>
              <a:rPr lang="ru-RU" sz="20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Характеристики </a:t>
            </a:r>
          </a:p>
          <a:p>
            <a:r>
              <a:rPr lang="ru-RU" sz="20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На что можно опираться при выборе </a:t>
            </a:r>
          </a:p>
          <a:p>
            <a:r>
              <a:rPr lang="ru-RU" sz="20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И характеристики для обычных пользователей</a:t>
            </a:r>
          </a:p>
          <a:p>
            <a:endParaRPr lang="ru-RU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81285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Объект 4">
            <a:extLst>
              <a:ext uri="{FF2B5EF4-FFF2-40B4-BE49-F238E27FC236}">
                <a16:creationId xmlns:a16="http://schemas.microsoft.com/office/drawing/2014/main" id="{5CF22F7D-6C98-A95A-ECB9-0557B49F89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14792" y="0"/>
            <a:ext cx="5877208" cy="6858000"/>
          </a:xfr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FDEDD4E-1385-F126-01CA-6DEF49FB05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29813" y="0"/>
            <a:ext cx="684460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14094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692CDD-DBC7-C404-1513-33BDABB02BE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8E0BD9D-A138-3DF5-928F-4A6EA4DECAE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026" name="Picture 2" descr="Regions map">
            <a:extLst>
              <a:ext uri="{FF2B5EF4-FFF2-40B4-BE49-F238E27FC236}">
                <a16:creationId xmlns:a16="http://schemas.microsoft.com/office/drawing/2014/main" id="{F33CFAB4-3B90-6ABA-D9CA-5E6DB8A87352}"/>
              </a:ext>
            </a:extLst>
          </p:cNvPr>
          <p:cNvPicPr>
            <a:picLocks noGrp="1" noChangeAspect="1" noChangeArrowheads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54113"/>
            <a:ext cx="12168188" cy="5703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27A58C1B-3E2D-A56B-4798-FD6B6520CDC6}"/>
              </a:ext>
            </a:extLst>
          </p:cNvPr>
          <p:cNvSpPr txBox="1">
            <a:spLocks/>
          </p:cNvSpPr>
          <p:nvPr/>
        </p:nvSpPr>
        <p:spPr>
          <a:xfrm>
            <a:off x="776287" y="18532"/>
            <a:ext cx="10515600" cy="82919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Как работает облачный сервис?</a:t>
            </a:r>
            <a:r>
              <a:rPr lang="ru-RU" sz="4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endParaRPr lang="ru-RU" sz="6000" b="1" dirty="0"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12682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DCF28748-87E1-54D1-2C59-3E223EEA87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04" y="799648"/>
            <a:ext cx="12068175" cy="6010274"/>
          </a:xfrm>
          <a:prstGeom prst="rect">
            <a:avLst/>
          </a:prstGeom>
        </p:spPr>
      </p:pic>
      <p:sp>
        <p:nvSpPr>
          <p:cNvPr id="13" name="Заголовок 1">
            <a:extLst>
              <a:ext uri="{FF2B5EF4-FFF2-40B4-BE49-F238E27FC236}">
                <a16:creationId xmlns:a16="http://schemas.microsoft.com/office/drawing/2014/main" id="{1715C326-B5EB-9096-6D87-3C12C67D4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6287" y="18532"/>
            <a:ext cx="10515600" cy="829193"/>
          </a:xfrm>
        </p:spPr>
        <p:txBody>
          <a:bodyPr>
            <a:normAutofit/>
          </a:bodyPr>
          <a:lstStyle/>
          <a:p>
            <a:pPr algn="ctr"/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Платформа как услуга</a:t>
            </a:r>
          </a:p>
        </p:txBody>
      </p:sp>
    </p:spTree>
    <p:extLst>
      <p:ext uri="{BB962C8B-B14F-4D97-AF65-F5344CB8AC3E}">
        <p14:creationId xmlns:p14="http://schemas.microsoft.com/office/powerpoint/2010/main" val="38277538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AFC916-324A-F49A-103E-BF51364B4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E5CAA59D-8DEA-EA00-4D96-5219EADF77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16011" y="1825625"/>
            <a:ext cx="8759977" cy="4351338"/>
          </a:xfrm>
        </p:spPr>
      </p:pic>
    </p:spTree>
    <p:extLst>
      <p:ext uri="{BB962C8B-B14F-4D97-AF65-F5344CB8AC3E}">
        <p14:creationId xmlns:p14="http://schemas.microsoft.com/office/powerpoint/2010/main" val="16090481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7E5C62-30BC-6E18-98CF-D7650684A3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074" name="Picture 2" descr="описание картинки">
            <a:extLst>
              <a:ext uri="{FF2B5EF4-FFF2-40B4-BE49-F238E27FC236}">
                <a16:creationId xmlns:a16="http://schemas.microsoft.com/office/drawing/2014/main" id="{A7017D1C-6CBC-6A8B-F2DA-05C61498CB3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5879" y="1825625"/>
            <a:ext cx="8920242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343343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C86540-F83A-0A0E-535A-57D5BC2C3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FF459796-B9F4-A566-AD46-7A5D3AA016F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02638771"/>
              </p:ext>
            </p:extLst>
          </p:nvPr>
        </p:nvGraphicFramePr>
        <p:xfrm>
          <a:off x="895739" y="2995454"/>
          <a:ext cx="10458061" cy="2011680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2571361">
                  <a:extLst>
                    <a:ext uri="{9D8B030D-6E8A-4147-A177-3AD203B41FA5}">
                      <a16:colId xmlns:a16="http://schemas.microsoft.com/office/drawing/2014/main" val="401118619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18129702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97778754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18015624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ru-RU" b="1" dirty="0"/>
                        <a:t>Модель</a:t>
                      </a: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1" dirty="0"/>
                        <a:t>Что получает пользователь?</a:t>
                      </a: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1" dirty="0"/>
                        <a:t>Кто управляет?</a:t>
                      </a: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1" dirty="0"/>
                        <a:t>Пример</a:t>
                      </a: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580386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 dirty="0"/>
                        <a:t>IaaS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/>
                        <a:t>Виртуальные серверы, диски, сеть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/>
                        <a:t>Пользователь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Amazon EC2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1668050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PaaS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Среда для разработки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/>
                        <a:t>Провайдер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Google App Engine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286298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SaaS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/>
                        <a:t>Готовое приложение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/>
                        <a:t>Провайдер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Google Docs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571126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6085466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</TotalTime>
  <Words>66</Words>
  <Application>Microsoft Office PowerPoint</Application>
  <PresentationFormat>Широкоэкранный</PresentationFormat>
  <Paragraphs>24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Times New Roman</vt:lpstr>
      <vt:lpstr>Тема Office</vt:lpstr>
      <vt:lpstr>Облачные Сервисы.</vt:lpstr>
      <vt:lpstr>Презентация PowerPoint</vt:lpstr>
      <vt:lpstr>Презентация PowerPoint</vt:lpstr>
      <vt:lpstr>Платформа как услуга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Goll Roberto</dc:creator>
  <cp:lastModifiedBy>Goll Roberto</cp:lastModifiedBy>
  <cp:revision>2</cp:revision>
  <dcterms:created xsi:type="dcterms:W3CDTF">2025-02-15T16:13:10Z</dcterms:created>
  <dcterms:modified xsi:type="dcterms:W3CDTF">2025-02-17T15:16:50Z</dcterms:modified>
</cp:coreProperties>
</file>