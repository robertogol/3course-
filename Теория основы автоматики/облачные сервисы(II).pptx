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45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1A5B2C-CAC0-32E0-A90F-1AABA29DD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ACCE4A8-BCE2-368A-E8B0-D3CFF0560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A58821-9897-1CC0-EBCF-5F4112020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929CA6-554D-B904-610B-6D9D5BCD4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AD61EB-135E-0BCF-9F52-6C5D2BED4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35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8C402D-B3C7-81C8-B45A-BFBD36B0D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BE03E8-6001-54F1-7A2F-5249155AD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FC19ED-FF77-56D8-B884-F63867C5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EAD21C-2855-8DE4-9F41-3917AC366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241811-4DDE-38A0-E38B-C32FB483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335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7C19B2-6F90-C40A-B673-CFAB527FB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C6BD13-D516-24A0-2322-2A572199B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7792B9-F455-F7B5-B865-2E2001044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7E592E-AB5A-C335-AEB7-E538BF5BF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433A6A-3B49-5733-68D7-F652DF3B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19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61CE19-855C-DDDE-8E9F-8002028F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F42877-1549-8CCF-AB43-12705FF6D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704D1B-BBFA-695F-2B43-CE2E650BB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CA8003-6D78-B3E4-220E-51DCA6605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164DC5-451F-E14B-E073-B428A36F7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FF8520-259D-57C7-AF47-A79C239C9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819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38FFF3-4B09-46D1-7063-C75C94055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17DB1F-0940-CCDD-D65E-AAB9761E7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4F2ECF5-AAC8-E86F-F1A4-BC103F29B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86FF24-9B80-DC94-4495-743B4E9C9F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6686F19-2A64-29CD-459B-B531BD5DC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B0BAD17-6C0A-F390-9ADB-7C22CFB46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479F904-BA08-0058-860B-26DD174F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74155A5-C570-D295-E7F0-F922304E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8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2CBB7-3D24-B951-596B-5BD928E3E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FB568ED-01E0-9008-640C-9EC5F7553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BC565F0-1065-8525-DEEF-367B5FF0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E054278-6AAC-E46C-C9CF-FA488C79A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410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3441EAD-A028-B234-D1DA-70808D776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D6D3815-AA4F-2A5A-4FD7-DD9C3E5E5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F501AC-311E-3F8B-DF3A-F1920DC0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882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E199E4-31E3-DB7E-E56C-44C1C223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5959FE-713B-BAD5-6CFF-7B7B05FA2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66C49A-8F8E-A35C-B52D-822D47FDA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3A7410-D9AE-E064-DBC1-86A7B56E8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C047B6-2812-DD14-426A-86B663E83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A66E19-2906-D16F-DA73-DEDAB82DC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996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CFB44B-97DF-6226-8CE0-296EF3AB3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DBBC0FF-F7B7-4A91-74D7-6E871A35D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82A605-70AD-495B-22A7-C35F47CB1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F2CFF4-82BE-5395-C7FF-1536100E1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228738-E4B2-711A-D860-9518BEE4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AE55C5-FD0E-AFEC-6D0B-51A125FB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8072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C80AC7-67F5-D034-B872-D0A802C15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310960-5AA3-2C23-43E8-0DCAA98E1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FA08FA-933C-88F8-2F8B-9CCA7A548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9B34E1-EC35-85BB-64FD-B86DC303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B737AF-0718-2A81-2206-404DD04BA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554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7D4F2B9-CAE4-734D-B625-84778EB446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E4FDF5F-BDA6-11BB-6F8B-E9455EB59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88327A-9AD4-F624-58FA-81EE6C339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CEC6FA-FEC8-357D-0DE9-B1EF32348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18889B-E0A0-5A88-1E1C-170F8FB23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9331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67B48-1AD9-A05A-A9FB-7CB85F44B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1C4920-DDC0-E062-DE12-0A3C0142A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2A9DE6-0D32-259D-F894-74B6C1EBA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E77BCE-C41D-91A5-F129-531968EB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CD26E5-A55B-5519-8A57-35E2A7B15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1392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0331DC-9C4C-EB90-F2C5-95C75BAFD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7481"/>
            <a:ext cx="9144000" cy="644233"/>
          </a:xfrm>
        </p:spPr>
        <p:txBody>
          <a:bodyPr/>
          <a:lstStyle/>
          <a:p>
            <a:r>
              <a:rPr lang="ru-RU" sz="3600" b="1" dirty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Облачные Сервисы.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373A3A-69EA-B3E6-3505-7EF13D339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21159"/>
            <a:ext cx="9144000" cy="3788228"/>
          </a:xfrm>
        </p:spPr>
        <p:txBody>
          <a:bodyPr>
            <a:normAutofit/>
          </a:bodyPr>
          <a:lstStyle/>
          <a:p>
            <a:r>
              <a:rPr lang="ru-RU" sz="2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Что такое облачный сервис?</a:t>
            </a:r>
          </a:p>
          <a:p>
            <a:r>
              <a:rPr lang="ru-RU" sz="2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Как работает облачный сервис? </a:t>
            </a:r>
            <a:endParaRPr lang="en-US" sz="2000" b="1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sz="2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Характеристики </a:t>
            </a:r>
          </a:p>
          <a:p>
            <a:r>
              <a:rPr lang="ru-RU" sz="2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На что можно опираться при выборе </a:t>
            </a:r>
          </a:p>
          <a:p>
            <a:r>
              <a:rPr lang="ru-RU" sz="2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И характеристики для обычных пользователей</a:t>
            </a:r>
          </a:p>
          <a:p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128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5CF22F7D-6C98-A95A-ECB9-0557B49F89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4792" y="0"/>
            <a:ext cx="5877208" cy="6858000"/>
          </a:xfr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DEDD4E-1385-F126-01CA-6DEF49FB0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9813" y="0"/>
            <a:ext cx="68446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09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692CDD-DBC7-C404-1513-33BDABB02B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E0BD9D-A138-3DF5-928F-4A6EA4DECA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Regions map">
            <a:extLst>
              <a:ext uri="{FF2B5EF4-FFF2-40B4-BE49-F238E27FC236}">
                <a16:creationId xmlns:a16="http://schemas.microsoft.com/office/drawing/2014/main" id="{F33CFAB4-3B90-6ABA-D9CA-5E6DB8A87352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4113"/>
            <a:ext cx="12168188" cy="570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7A58C1B-3E2D-A56B-4798-FD6B6520CDC6}"/>
              </a:ext>
            </a:extLst>
          </p:cNvPr>
          <p:cNvSpPr txBox="1">
            <a:spLocks/>
          </p:cNvSpPr>
          <p:nvPr/>
        </p:nvSpPr>
        <p:spPr>
          <a:xfrm>
            <a:off x="776287" y="18532"/>
            <a:ext cx="10515600" cy="8291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Как работает облачный сервис?</a:t>
            </a:r>
            <a:r>
              <a:rPr lang="ru-RU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sz="6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268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CF28748-87E1-54D1-2C59-3E223EEA8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4" y="799648"/>
            <a:ext cx="12068175" cy="6010274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1715C326-B5EB-9096-6D87-3C12C67D4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287" y="18532"/>
            <a:ext cx="10515600" cy="82919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 как услуга</a:t>
            </a:r>
          </a:p>
        </p:txBody>
      </p:sp>
    </p:spTree>
    <p:extLst>
      <p:ext uri="{BB962C8B-B14F-4D97-AF65-F5344CB8AC3E}">
        <p14:creationId xmlns:p14="http://schemas.microsoft.com/office/powerpoint/2010/main" val="3827753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AFC916-324A-F49A-103E-BF51364B4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5CAA59D-8DEA-EA00-4D96-5219EADF7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6011" y="1825625"/>
            <a:ext cx="8759977" cy="4351338"/>
          </a:xfrm>
        </p:spPr>
      </p:pic>
    </p:spTree>
    <p:extLst>
      <p:ext uri="{BB962C8B-B14F-4D97-AF65-F5344CB8AC3E}">
        <p14:creationId xmlns:p14="http://schemas.microsoft.com/office/powerpoint/2010/main" val="1609048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7E5C62-30BC-6E18-98CF-D7650684A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 descr="описание картинки">
            <a:extLst>
              <a:ext uri="{FF2B5EF4-FFF2-40B4-BE49-F238E27FC236}">
                <a16:creationId xmlns:a16="http://schemas.microsoft.com/office/drawing/2014/main" id="{A7017D1C-6CBC-6A8B-F2DA-05C61498CB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879" y="1825625"/>
            <a:ext cx="892024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4334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86540-F83A-0A0E-535A-57D5BC2C3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F459796-B9F4-A566-AD46-7A5D3AA016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2638771"/>
              </p:ext>
            </p:extLst>
          </p:nvPr>
        </p:nvGraphicFramePr>
        <p:xfrm>
          <a:off x="895739" y="2995454"/>
          <a:ext cx="10458061" cy="201168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571361">
                  <a:extLst>
                    <a:ext uri="{9D8B030D-6E8A-4147-A177-3AD203B41FA5}">
                      <a16:colId xmlns:a16="http://schemas.microsoft.com/office/drawing/2014/main" val="40111861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812970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77787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801562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b="1" dirty="0"/>
                        <a:t>Модель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Что получает пользователь?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Кто управляет?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Пример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803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IaaS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Виртуальные серверы, диски, сеть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Пользователь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Amazon EC2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680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PaaS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Среда для разработки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Провайдер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Google App Engine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86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SaaS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Готовое приложение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Провайдер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Google Docs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112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08546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66</Words>
  <Application>Microsoft Office PowerPoint</Application>
  <PresentationFormat>Широкоэкранный</PresentationFormat>
  <Paragraphs>24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Office</vt:lpstr>
      <vt:lpstr>Облачные Сервисы.</vt:lpstr>
      <vt:lpstr>Презентация PowerPoint</vt:lpstr>
      <vt:lpstr>Презентация PowerPoint</vt:lpstr>
      <vt:lpstr>Платформа как услуга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Goll Roberto</dc:creator>
  <cp:lastModifiedBy>Goll Roberto</cp:lastModifiedBy>
  <cp:revision>2</cp:revision>
  <dcterms:created xsi:type="dcterms:W3CDTF">2025-02-15T16:13:10Z</dcterms:created>
  <dcterms:modified xsi:type="dcterms:W3CDTF">2025-02-17T16:27:35Z</dcterms:modified>
</cp:coreProperties>
</file>